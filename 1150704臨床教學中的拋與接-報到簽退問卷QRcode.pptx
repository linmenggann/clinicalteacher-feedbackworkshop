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554480"/>
            <a:ext cx="4389120" cy="4389120"/>
          </a:xfrm>
          <a:prstGeom prst="ellipse">
            <a:avLst/>
          </a:prstGeom>
          <a:solidFill>
            <a:srgbClr val="DCEEFB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931920" cy="3931920"/>
          </a:xfrm>
          <a:prstGeom prst="ellipse">
            <a:avLst/>
          </a:prstGeom>
          <a:solidFill>
            <a:srgbClr val="FCEFC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奇美醫療財團法人奇美醫院 · 教學部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229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4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臨床教學中的拋與接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6F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教學溝通的心理安全感與回饋技巧工作坊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4754880" cy="731520"/>
          </a:xfrm>
          <a:prstGeom prst="roundRect">
            <a:avLst>
              <a:gd name="adj" fmla="val 17500"/>
            </a:avLst>
          </a:prstGeom>
          <a:solidFill>
            <a:srgbClr val="1E6FB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報到 / 簽退系統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現場報到與簽退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掃描右側 QR Code </a:t>
            </a:r>
            <a:pPr algn="l" indent="0" marL="0">
              <a:buNone/>
            </a:pPr>
            <a:r>
              <a:rPr lang="en-US" sz="16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或於瀏覽器輸入下方網址進入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14:00 前為報到、15:30 後為簽退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2120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日期：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115年7月4日（六）   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時間：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12:50 ~ 16:15（12:30 開始報到）
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地點：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第三醫療大樓 331、332 會議室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26680" y="1143000"/>
            <a:ext cx="3977640" cy="5074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9BB4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26680" y="13258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F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掃一掃　立即進入</a:t>
            </a:r>
            <a:endParaRPr lang="en-US" sz="1500" dirty="0"/>
          </a:p>
        </p:txBody>
      </p:sp>
      <p:pic>
        <p:nvPicPr>
          <p:cNvPr id="14" name="Image 0" descr="C:\Users\linme\AppData\Local\Temp\claude\C--Users-linme-Desktop-Claude-Projects-ClinicalTeacher-FeedbackWorkshop\05b7ddd5-a2ec-499f-8bb2-2b9221f2b2e0\scratchpad\qrppt\q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1783080"/>
            <a:ext cx="3291840" cy="3291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863840" y="521208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https://linmenggann.github.io/ClinicalTeacher-FeedbackWorkshop/checkin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6355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聯絡：教學部 陳詩芸　06-281-2811 分機 57439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554480"/>
            <a:ext cx="4389120" cy="4389120"/>
          </a:xfrm>
          <a:prstGeom prst="ellipse">
            <a:avLst/>
          </a:prstGeom>
          <a:solidFill>
            <a:srgbClr val="DCEEFB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931920" cy="3931920"/>
          </a:xfrm>
          <a:prstGeom prst="ellipse">
            <a:avLst/>
          </a:prstGeom>
          <a:solidFill>
            <a:srgbClr val="FCEFC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奇美醫療財團法人奇美醫院 · 教學部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229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4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臨床教學中的拋與接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6F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教學溝通的心理安全感與回饋技巧工作坊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4754880" cy="731520"/>
          </a:xfrm>
          <a:prstGeom prst="roundRect">
            <a:avLst>
              <a:gd name="adj" fmla="val 17500"/>
            </a:avLst>
          </a:prstGeom>
          <a:solidFill>
            <a:srgbClr val="1445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簽退系統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課程結束後簽退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掃描右側 QR Code </a:t>
            </a:r>
            <a:pPr algn="l" indent="0" marL="0">
              <a:buNone/>
            </a:pPr>
            <a:r>
              <a:rPr lang="en-US" sz="16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或於瀏覽器輸入下方網址進入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日期：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115年7月4日（六）   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時間：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12:50 ~ 16:15（12:30 開始報到）
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地點：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第三醫療大樓 331、332 會議室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26680" y="1143000"/>
            <a:ext cx="3977640" cy="5074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9BB4C4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26680" y="13258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掃一掃　立即進入</a:t>
            </a:r>
            <a:endParaRPr lang="en-US" sz="1500" dirty="0"/>
          </a:p>
        </p:txBody>
      </p:sp>
      <p:pic>
        <p:nvPicPr>
          <p:cNvPr id="13" name="Image 0" descr="C:\Users\linme\AppData\Local\Temp\claude\C--Users-linme-Desktop-Claude-Projects-ClinicalTeacher-FeedbackWorkshop\05b7ddd5-a2ec-499f-8bb2-2b9221f2b2e0\scratchpad\qrppt\q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1783080"/>
            <a:ext cx="3291840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0" y="521208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https://linmenggann.github.io/ClinicalTeacher-FeedbackWorkshop/checkin.html?mode=checkout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6355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聯絡：教學部 陳詩芸　06-281-2811 分機 57439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554480"/>
            <a:ext cx="4389120" cy="4389120"/>
          </a:xfrm>
          <a:prstGeom prst="ellipse">
            <a:avLst/>
          </a:prstGeom>
          <a:solidFill>
            <a:srgbClr val="DCEEFB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931920" cy="3931920"/>
          </a:xfrm>
          <a:prstGeom prst="ellipse">
            <a:avLst/>
          </a:prstGeom>
          <a:solidFill>
            <a:srgbClr val="FCEFC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奇美醫療財團法人奇美醫院 · 教學部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8229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4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臨床教學中的拋與接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6F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教學溝通的心理安全感與回饋技巧工作坊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4754880" cy="731520"/>
          </a:xfrm>
          <a:prstGeom prst="roundRect">
            <a:avLst>
              <a:gd name="adj" fmla="val 17500"/>
            </a:avLst>
          </a:prstGeom>
          <a:solidFill>
            <a:srgbClr val="F5C4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45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課程滿意度問卷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課後回饋調查（約 1 分鐘）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掃描右側 QR Code </a:t>
            </a:r>
            <a:pPr algn="l" indent="0" marL="0">
              <a:buNone/>
            </a:pPr>
            <a:r>
              <a:rPr lang="en-US" sz="16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或於瀏覽器輸入下方網址進入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敬請協助填寫，作為課程精進參考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2120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日期：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115年7月4日（六）   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時間：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12:50 ~ 16:15（12:30 開始報到）
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地點：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45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第三醫療大樓 331、332 會議室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26680" y="1143000"/>
            <a:ext cx="3977640" cy="50749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DF3"/>
            </a:solidFill>
            <a:prstDash val="solid"/>
          </a:ln>
          <a:effectLst>
            <a:outerShdw sx="100000" sy="100000" kx="0" ky="0" algn="bl" rotWithShape="0" blurRad="127000" dist="38100" dir="5400000">
              <a:srgbClr val="9BB4C4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26680" y="13258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掃一掃　立即進入</a:t>
            </a:r>
            <a:endParaRPr lang="en-US" sz="1500" dirty="0"/>
          </a:p>
        </p:txBody>
      </p:sp>
      <p:pic>
        <p:nvPicPr>
          <p:cNvPr id="14" name="Image 0" descr="C:\Users\linme\AppData\Local\Temp\claude\C--Users-linme-Desktop-Claude-Projects-ClinicalTeacher-FeedbackWorkshop\05b7ddd5-a2ec-499f-8bb2-2b9221f2b2e0\scratchpad\qrppt\q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0" y="1783080"/>
            <a:ext cx="3291840" cy="32918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863840" y="521208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4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https://linmenggann.github.io/ClinicalTeacher-FeedbackWorkshop/survey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6355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聯絡：教學部 陳詩芸　06-281-2811 分機 57439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2026-07-01T10:54:38Z</dcterms:created>
  <dcterms:modified xsi:type="dcterms:W3CDTF">2026-07-01T10:54:38Z</dcterms:modified>
</cp:coreProperties>
</file>